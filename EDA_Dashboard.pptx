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6EE9-CAB4-D8E8-BE1F-03CAE0370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120089-9469-688B-D9DA-510D9AC40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5CEAD-042B-F84B-F1F2-1E330B142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507C-D4E5-4698-9111-FE62E4BDE2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6F4A4-7532-F7EF-E6AD-B81380BBF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FC897-427D-EFD0-5670-A15974CA5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B459F-6AF2-48A8-9887-98F2CB6D6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32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7AB59-71CC-2783-EC9B-836ECCEC1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CF95C-E8D2-66FF-41C5-B4392E369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03586-BEB5-C94D-16F8-1F60A07C2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507C-D4E5-4698-9111-FE62E4BDE2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21128-AB67-F718-037F-52CA7982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00458-3FAC-9698-2421-85BB3A3C7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B459F-6AF2-48A8-9887-98F2CB6D6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984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E9949-C34D-B53F-2823-C25F13DB6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5206B-7247-5DEA-9B3C-240987E04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833D8-0D4C-58ED-056E-4B996B67A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507C-D4E5-4698-9111-FE62E4BDE2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A9203-E256-1B8C-4447-879C8CFE3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AE97E-6AC5-19D8-108E-2445E9B6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B459F-6AF2-48A8-9887-98F2CB6D6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718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8FF8D-34B2-E361-22F7-6D0B4C720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850B0-F8EE-EAA8-C637-41FAC549C1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FA986A-E6EC-732C-CAE9-B4FC83224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1EBE9-5A9E-5DB9-241C-5AB4B86CF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507C-D4E5-4698-9111-FE62E4BDE2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C0769-A93C-B93C-88C8-550E93C99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EC035-9648-F1B7-D73C-3B978256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B459F-6AF2-48A8-9887-98F2CB6D6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915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BE9AD-A401-D336-6DCD-FCD284358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39E1A-B73E-A94F-E0FE-874B4780A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00DA6-C657-4EDE-F030-F1D3CF879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AC053-672C-3850-0146-65B2E2685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6831D5-3D28-953F-D8CA-51F58067C2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154318-DC60-4D86-031B-E07ED98F4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507C-D4E5-4698-9111-FE62E4BDE2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30B86D-D290-16BA-7136-E4A65C1AB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F5204E-0AF8-FCE5-2898-44ACC35DB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B459F-6AF2-48A8-9887-98F2CB6D6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215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32DFE-74D3-64E7-C255-041A1D061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848909-7FAB-0652-B704-268E700D7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507C-D4E5-4698-9111-FE62E4BDE2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6551B-83A2-EDF2-EF79-B6790058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0E0BEF-06E5-C8CB-0EFC-0FC35DBF2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B459F-6AF2-48A8-9887-98F2CB6D6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331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0CA7A7-21DF-1BA9-1249-530D59E3A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507C-D4E5-4698-9111-FE62E4BDE2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48907F-7074-522D-8497-EA8642290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BDC40-7163-AE08-3724-B317A45E9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B459F-6AF2-48A8-9887-98F2CB6D6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381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20188-A253-E11A-42C3-057C365E6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B5587-67C2-94FC-5DF4-0CB2AC4CA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3D0F84-5090-E1D4-67A1-A519BA21B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722344-0A9D-CA8D-B5DB-F9A841F0A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507C-D4E5-4698-9111-FE62E4BDE2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28F015-5CC1-E8A4-7C66-654FA264D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C66A5-7038-D05C-3550-63355236F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B459F-6AF2-48A8-9887-98F2CB6D6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97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FC797-01AC-BC6B-9C61-18F9C5876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D4CA82-EBD6-AD47-A358-26F77195D3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9C170A-79FD-4698-2D04-7DDF98DE9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C54EF-5D96-FCED-C7A0-EAD2EC78D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507C-D4E5-4698-9111-FE62E4BDE2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69A59-F304-D3DD-87DF-090C2DA07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BCD1F-9E4A-32E8-9EC9-18FEEFA16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B459F-6AF2-48A8-9887-98F2CB6D6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383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9BFF-0AE3-0D99-0F8F-AC355CFA2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222758-F31A-B57D-C54C-37646EFB7F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3842F-F0CD-1B6A-4C46-3C2F3C2A9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507C-D4E5-4698-9111-FE62E4BDE2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F6968-B1BE-406C-F4AB-EF48769EE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29BD6-AC28-28CC-90C7-50945AE53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B459F-6AF2-48A8-9887-98F2CB6D6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221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BDC01B-883D-1B3D-3551-56FE0CF64E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EDDA31-ACAB-9333-23AA-94C542763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E38FA-D9A0-4F37-4A7B-36CA2BD9A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507C-D4E5-4698-9111-FE62E4BDE2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FC866-D265-6278-3047-EACEC83DB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14E01-9EC7-C9F2-E38D-E1596CB8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B459F-6AF2-48A8-9887-98F2CB6D6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607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B220B3-8AD4-DAA7-B563-19534ED8F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FF4E1-069F-8A44-8348-DBD4454CC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A16EB-7EAC-8191-7573-D192A85B0B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2D507C-D4E5-4698-9111-FE62E4BDE2B3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F2008-5115-F56E-1BCA-52234379E5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B28E1-D630-EF7F-DD20-6C2EC2D574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3B459F-6AF2-48A8-9887-98F2CB6D6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100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8CB625A-04B5-E0A7-C97D-AC7BEA023E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4008" y="0"/>
            <a:ext cx="12256008" cy="165576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  <a:highlight>
                  <a:srgbClr val="FFFF00"/>
                </a:highlight>
              </a:rPr>
              <a:t>Titanic Dataset – Exploratory Data Analysis Dashboard</a:t>
            </a:r>
            <a:endParaRPr lang="en-IN" sz="40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F23D9AF-7A7E-5B17-A468-2EF3592B7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442"/>
            <a:ext cx="5796392" cy="47570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40E3DA-7974-F2F0-7F70-8014588B4F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0400" y="844270"/>
            <a:ext cx="5978657" cy="452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216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AA5F64-2BF1-29C1-0D4A-62710D40E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39" y="626350"/>
            <a:ext cx="4890522" cy="37000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BBE469-DDD6-6115-5F85-229BD1EA80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6361" y="379471"/>
            <a:ext cx="7022606" cy="467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229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LakshmanaRao Gedela</dc:creator>
  <cp:lastModifiedBy>LakshmanaRao Gedela</cp:lastModifiedBy>
  <cp:revision>1</cp:revision>
  <dcterms:created xsi:type="dcterms:W3CDTF">2026-03-15T03:51:30Z</dcterms:created>
  <dcterms:modified xsi:type="dcterms:W3CDTF">2026-03-15T03:58:50Z</dcterms:modified>
</cp:coreProperties>
</file>